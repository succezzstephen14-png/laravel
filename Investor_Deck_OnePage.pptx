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One-Page Investor Deck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Regional operators use spreadsheets and disjointed tools, losing bookings, cash and wasting admin 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A light, Paystack-integrated booking and admin dashboard that centralizes bookings, approvals, reporting and payments — deployable in days.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Product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Booking management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Admin approvals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Role-based access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Custom reports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CMS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Notifications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Paystack payments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Market &amp;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Target: SMB transport &amp; service operators in West Africa (expand SEA).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Pricing tiers: $49/$199/$1000+; ancillary payment fees and services.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Traction &amp; Ask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Pilot-ready codebase; ask $500k–$750k seed to scale product, sign pilots and reseller partnerships.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3-Year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Year1 Revenue: $90k | Year2: $360k | Year3: $1.44M | LTV:CAC ~ 3.6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Founders: Product &amp; Sales team — info@example.com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2026-06-02T06:57:49Z</dcterms:created>
  <dcterms:modified xsi:type="dcterms:W3CDTF">2026-06-02T06:57:49Z</dcterms:modified>
</cp:coreProperties>
</file>