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Business Plan — Booking &amp; Admin Dashboard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**Concept:** SaaS admin &amp; booking dashboard for transport and field-service operators combining bookings, admin approvals, reporting, and payments (Paystack-ready).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**Target customers:** Small-to-medium transport operators, fleet managers, booking services and SME service marketplaces in West Africa initially, then broader Africa and SEA.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**Value proposition:** Replace fragmented tooling with one dashboard that manages bookings, admin workflows, reporting and payments — reduces admin time, increases booking throughput and cash collection speed.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**Business model:** Subscription SaaS + payment transaction fee + custom integration services for enterprise clients.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Product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**Core features:** Booking management, admin approvals, role-based access, custom reports, CMS for content, Paystack payments integration, notification/alerts.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**Differentiators:** Local payment integration, built-in report verification, quick deployment for regional compliance, lightweight UI for poor networks.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Market &amp;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**TAM (conservative):** 200k small transport/service operators in target region.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**SOM:** 8,000 reachable SMBs in 3 years via direct sales + partnerships.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**Channels:** Paystack partnership, reseller integrators, digital ads, inbound content, field sales.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Business Model &amp; Pricing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**Pricing tiers (USD):** Basic $49/mo, Pro $199/mo, Enterprise $1,000+/mo.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**Ancillary revenue:** 1.5% payment processing fee split; onboarding services $1k–$5k.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**Sales motion:** Self-serve Basic; inside sales Pro; AE-driven Enterprise.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GTM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**Phase 1 (0–6 mo):** Pilot with 8–12 regional operators, integrate Paystack flows, collect case studies.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**Phase 2 (6–18 mo):** Scale inbound marketing, sign 50 SMB customers, onboard 2 reseller partners.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**Phase 3 (18–36 mo):** Expand regionally, target enterprise accounts, build channel program.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Operations &amp; Team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**Founding team:** CTO, CEO, 1–2 devs, 1 customer success.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**Key hires:** Senior sales lead, product manager, QA/ops engineer, growth marketer.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**Infrastructure:** Cloud-hosted, backups, localized data residency as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Risks &amp;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**Payment/regulatory friction:** partner with Paystack and legal counsel.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**Customer churn:** strong onboarding, local support, clear ROI metrics.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**Competition:** focus on regional payment + reporting integration, reseller channels.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3-Year Financial Projections (conservative)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**Assumptions:** ARPU $150/mo; monthly churn 3%; CAC $1,200; gross margin 80%; avg lifetime 36 months.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**Year 1:** Customers end-year 50; Revenue $90,000; Net income -$78,000.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**Year 2:** Customers end-year 200; Revenue $360,000; Net income $8,000.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**Year 3:** Customers end-year 800; Revenue $1,440,000; Net income $552,000.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Unit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**LTV:** $4,320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**LTV:CAC:** 3.6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**CAC payback:** ~10 months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Funding Ask &amp; Use of Funds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**Seed:** $500k–$750k for 18 months.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**Use:** 50% product, 30% sales &amp; marketing, 10% infra, 10% legal/ops.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Exit Pathways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• Acquisition by payment providers, regional ERP vendors, or grow standalone SaaS.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2026-06-02T06:57:49Z</dcterms:created>
  <dcterms:modified xsi:type="dcterms:W3CDTF">2026-06-02T06:57:49Z</dcterms:modified>
</cp:coreProperties>
</file>